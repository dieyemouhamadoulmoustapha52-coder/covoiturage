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508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🚗  TrajetCampus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FFE8DB"/>
                </a:solidFill>
                <a:latin typeface="Calibri"/>
              </a:rPr>
              <a:t>Le covoiturage dédié au campus de l'ISEP Dakar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FE8DB"/>
                </a:solidFill>
                <a:latin typeface="Calibri"/>
              </a:rPr>
              <a:t>Projet de programmation web — front-end &amp; back-end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Django REST Framework  •  React  •  Vite  • 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Contexte &amp;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Le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Les étudiants de l'ISEP viennent de toute la région de Dakar (Dakar, Rufisque, Thiès…).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Les transports publics sont chers, saturés et peu adaptés aux horaires de cours.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Pas de solution de covoiturage dédiée au campus : les applications généralistes ne sont pas faites pour les étudiants.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Résultat : des trajets coûteux et du temps perdu.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➡  Question : comment mettre en relation les membres du campus pour partager leurs trajets, en toute confiance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 solution : TrajetCampus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Notre réponse au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Une application web de covoiturage réservée au campus ISEP.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Trois rôles complémentaires 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E4424"/>
                </a:solidFill>
                <a:latin typeface="Calibri"/>
              </a:rPr>
              <a:t>–  Conducteur — publie ses trajets (régions, date/heure, places, prix), partage sa position GPS, encaisse ses paiements.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E4424"/>
                </a:solidFill>
                <a:latin typeface="Calibri"/>
              </a:rPr>
              <a:t>–  Passager — cherche un trajet, réserve, suit le conducteur, paie à l'arrivée, note et signale.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E4424"/>
                </a:solidFill>
                <a:latin typeface="Calibri"/>
              </a:rPr>
              <a:t>–  Modérateur — vérifie les cartes étudiant et traite les signalements.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La confiance est au cœur du système : compte vérifié obligatoire pour conduire, anti-abus, modération.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Fonctionnalités — côté passager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94960" cy="635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2F5D62"/>
                </a:solidFill>
                <a:latin typeface="Calibri"/>
              </a:rPr>
              <a:t>Recherche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Filtres par région de départ, région d'arrivée et date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Fiche de trajet : prix, places restantes, note ⭐ du conducteur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Indicateur « carte vérifiée 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94960" cy="635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C85A32"/>
                </a:solidFill>
                <a:latin typeface="Calibri"/>
              </a:rPr>
              <a:t>Pendant et après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Réservation (statuts : en attente → acceptée / refusée)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Suivi GPS du conducteur en temps réel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Paiement mobile à l'arrivée (Wave / Orange Money)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Notation du conducteur (étoiles + commentaire)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Signalement d'un incident → alerte pour le modérateur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Fonctionnalités — côté conducteur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94960" cy="635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2F5D62"/>
                </a:solidFill>
                <a:latin typeface="Calibri"/>
              </a:rPr>
              <a:t>Gestion des trajets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Publication : départ, arrivée, heure, places, prix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Réservé aux comptes dont la carte est vérifiée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Démarrer / terminer un trajet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Partage de la position GPS pendant le trajet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94960" cy="635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C85A32"/>
                </a:solidFill>
                <a:latin typeface="Calibri"/>
              </a:rPr>
              <a:t>Suivi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Accepter ou refuser les demandes de réservation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Tableau de bord : passagers, historique, note moyenne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Total des paiements reçus (par mode : Wave / Orange)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Noter les passagers, répondre aux incidents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Fonctionnalités — côté modérateur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La modération pour garantir la confiance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Dashboard dédié, visible uniquement pour les comptes modérateur.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E4424"/>
                </a:solidFill>
                <a:latin typeface="Calibri"/>
              </a:rPr>
              <a:t>–  Vérification des cartes étudiant 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9E4424"/>
                </a:solidFill>
                <a:latin typeface="Calibri"/>
              </a:rPr>
              <a:t>–  Liste des cartes téléversées + aperçu de la photo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9E4424"/>
                </a:solidFill>
                <a:latin typeface="Calibri"/>
              </a:rPr>
              <a:t>–  Bouton « Vérifier » → le membre peut alors publier des trajets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9E4424"/>
                </a:solidFill>
                <a:latin typeface="Calibri"/>
              </a:rPr>
              <a:t>–  Traitement des signalements 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9E4424"/>
                </a:solidFill>
                <a:latin typeface="Calibri"/>
              </a:rPr>
              <a:t>–  Alertes triées (non traitées d'abord) avec motif et description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9E4424"/>
                </a:solidFill>
                <a:latin typeface="Calibri"/>
              </a:rPr>
              <a:t>–  Clôturer le signalement, suspendre un compte (date de fin), réactiver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Un compte suspendu ne peut plus se connecter.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Règles métier &amp;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La confiance, garantie côté serveur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🔒  Publication contrôlée : un conducteur non vérifié reçoit un 403 du serveur (le contrôle n'est pas seulement dans l'interface).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🛡️  Anti-abus : un passager qui a annulé une réservation il y a moins de 30 jours ne peut plus être accepté.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🚫  Suspension : compte bloqué (connexion refusée) jusqu'à une date.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💰  Paiements : référence unique générée, totaux par utilisateur.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👮  Permissions : chaque endpoint vérifie le rôle et les droits.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645920"/>
            <a:ext cx="9235440" cy="105156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Navigateur — SPA React + Vite (port 5173)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5176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F5D62"/>
                </a:solidFill>
                <a:latin typeface="Calibri"/>
              </a:rPr>
              <a:t>fetch  /api/...  (proxy en développement)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200400"/>
            <a:ext cx="9235440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8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API REST — Django REST Framework (port 8000)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0624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4424"/>
                </a:solidFill>
                <a:latin typeface="Calibri"/>
              </a:rPr>
              <a:t>apps : users • trips • reservations • payments • moderation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754880"/>
            <a:ext cx="9235440" cy="1051560"/>
          </a:xfrm>
          <a:prstGeom prst="rect">
            <a:avLst/>
          </a:prstGeom>
          <a:solidFill>
            <a:srgbClr val="2C2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93776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Base de données SQLite  (ORM Django)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Technologies utilisées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94960" cy="635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2F5D62"/>
                </a:solidFill>
                <a:latin typeface="Calibri"/>
              </a:rPr>
              <a:t>Back-end (Python)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Django 6 + Django REST Framework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Sérialiseurs, permissions, tokens d'authentification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Pillow pour le traitement des images (cartes étudiant)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~25 endpoints REST documentés dans le README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394960" cy="635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C85A32"/>
                </a:solidFill>
                <a:latin typeface="Calibri"/>
              </a:rPr>
              <a:t>Front-end (JavaScript)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React 18 + Vite (démarrage rapide, images optimisées)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Gestion du JSON et des fichiers multipart (FormData)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CSS maison « Terracotta &amp; Crème »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C2A29"/>
                </a:solidFill>
                <a:latin typeface="Calibri"/>
              </a:rPr>
              <a:t>Design mobile-first, responsive (smartphone / tablette / grand écran)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Démo — les comptes 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3 comptes suffisent pour la démo complète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Fatou / Secret12345 — conductrice vérifiée ✅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Ousmane / Test12345! — nouveau membre (carte à vérifier)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modo / Modo12345! — modérateur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Awa / Test12345! — seconde conductrice vérifiée ✅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Tous les autres comptes de test sont listés dans le README.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Scénario de démo (3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Le parcours complet, de l'inscription au paiement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1.  Fatou se connecte → recherche des trajets vers le campus.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2.  Ousmane se connecte → son profil indique « carte en attente » → il ne peut pas publier (message d'avertissement).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3.  modo se connecte → onglet Modération → « Cartes étudiant » → vérifie la carte d'Ousmane.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4.  Ousmane publie un trajet Dakar → ISEP.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5.  Fatou réserve → Ousmane accepte → trajet démarré → position GPS partagée → trajet terminé.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6.  Paiement mobile → notation ⭐ → retour au tableau de bord.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Points forts &amp; difficultés surmontées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01168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5D62"/>
                </a:solidFill>
                <a:latin typeface="Calibri"/>
              </a:rPr>
              <a:t>Ce que le projet m'a appris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Des règles métier réelles : vérification de documents, anti-abus, modération, suspension.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Des contrôles côté serveur (et pas seulement dans l'interface).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Conception découpée en modules indépendants (apps Django).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Débogage de bout en bout : navigateur → proxy → API → base (ex. : erreur 415 résolue en analysant les en-têtes HTTP).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C2A29"/>
                </a:solidFill>
                <a:latin typeface="Calibri"/>
              </a:rPr>
              <a:t>•  Parcours complet testé et rejoué à chaque étape.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Merci de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FFE8DB"/>
                </a:solidFill>
                <a:latin typeface="Calibri"/>
              </a:rPr>
              <a:t>Questions &amp; démonstration en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TrajetCampus 🚗 — backend + frontend, du besoin à la livraison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